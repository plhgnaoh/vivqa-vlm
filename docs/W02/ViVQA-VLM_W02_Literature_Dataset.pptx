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ViVQA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A3F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Object-rec</c:v>
                  </c:pt>
                  <c:pt idx="1">
                    <c:v>Other</c:v>
                  </c:pt>
                  <c:pt idx="2">
                    <c:v>Text-reading</c:v>
                  </c:pt>
                  <c:pt idx="3">
                    <c:v>Counting</c:v>
                  </c:pt>
                  <c:pt idx="4">
                    <c:v>Reasoning</c:v>
                  </c:pt>
                  <c:pt idx="5">
                    <c:v>Yes/No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53.95</c:v>
                </c:pt>
                <c:pt idx="1">
                  <c:v>29.69</c:v>
                </c:pt>
                <c:pt idx="2">
                  <c:v>1.63</c:v>
                </c:pt>
                <c:pt idx="3">
                  <c:v>13.93</c:v>
                </c:pt>
                <c:pt idx="4">
                  <c:v>0.42</c:v>
                </c:pt>
                <c:pt idx="5">
                  <c:v>0.39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ViTextVQA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A3F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Object-rec</c:v>
                  </c:pt>
                  <c:pt idx="1">
                    <c:v>Other</c:v>
                  </c:pt>
                  <c:pt idx="2">
                    <c:v>Text-reading</c:v>
                  </c:pt>
                  <c:pt idx="3">
                    <c:v>Counting</c:v>
                  </c:pt>
                  <c:pt idx="4">
                    <c:v>Reasoning</c:v>
                  </c:pt>
                  <c:pt idx="5">
                    <c:v>Yes/No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27.97</c:v>
                </c:pt>
                <c:pt idx="1">
                  <c:v>40.73</c:v>
                </c:pt>
                <c:pt idx="2">
                  <c:v>20.34</c:v>
                </c:pt>
                <c:pt idx="3">
                  <c:v>5.85</c:v>
                </c:pt>
                <c:pt idx="4">
                  <c:v>5</c:v>
                </c:pt>
                <c:pt idx="5">
                  <c:v>0.11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2A3F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3F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3294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 · REVIEW 1 PREP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&amp; Dataset Analysis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— Efficient Vietnamese Visual Question Answering using Vision-Language Models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research · PEFT-only · no fabricated numbers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Supervisor: Assoc.Prof. Đặng Ngọc Minh Đức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§9 — DELIVERABLE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tuần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105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Matrix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reference papers: problem · method · dataset/metric · What can we use? — theo đúng schema có cột Verified?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44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 + ViTextVQA: thống kê thật (kích thước, split, phân bố câu hỏi) + sample thực tế + kế hoạch preprocessing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793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→ focus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G1–G4 bằng evidence từ literature, chọn gap khả thi trong phạm vi Capstone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943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xuyên suốt: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5943600"/>
            <a:ext cx="8211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xây “một ứng dụng AI” — thực hiện nghiên cứu tái lập được, mọi số liệu truy được về nguồn.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Matrix — 10 paper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3911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6596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· LLaVA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7784" y="1783080"/>
            <a:ext cx="3453384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6384" y="203911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4984" y="196596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(VN)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235000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 · ViTextVQA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5488" y="1783080"/>
            <a:ext cx="3453384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4088" y="203911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52688" y="196596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candidates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4088" y="235000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Florence-2 · Qwen2.5-VL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453384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4787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347472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methods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85876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VN-VQA Transf.+Conv · Florence-VL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7784" y="3291840"/>
            <a:ext cx="3453384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6384" y="354787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24984" y="347472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96384" y="385876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5488" y="3291840"/>
            <a:ext cx="3453384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4088" y="354787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52688" y="347472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24088" y="385876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for Vision Tasks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559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Kỷ luật verify: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85216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 PDF trong repo → mọi metric paper đánh </a:t>
            </a:r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TODO</a:t>
            </a:r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chỉ ô nào source-read mới điền. Cột “What can we use?” là bắt buộc (Master §14).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— G1–G4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0824"/>
            <a:ext cx="457200" cy="457200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110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English-centric pretraining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7685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ảnh–ngôn ngữ tối ưu cho tiếng Anh, chưa cho tiếng Việt.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720072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081528"/>
            <a:ext cx="457200" cy="457200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71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 scene-text yếu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3375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Text-in-image (OCR), diacritics, code-switching còn hạn chế.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720072" y="311810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04488"/>
            <a:ext cx="10908792" cy="932688"/>
          </a:xfrm>
          <a:prstGeom prst="roundRect">
            <a:avLst>
              <a:gd name="adj" fmla="val 7843"/>
            </a:avLst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1422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0325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PEFT cho VLM tiếng Việt chưa khai thác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39826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để thích nghi VLM cho VN VQA còn thiếu nghiên cứu bài bản.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4178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focus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65192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202936"/>
            <a:ext cx="457200" cy="457200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09320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4589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sinh câu trả lời trôi chảy nhưng sai (object/text).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52395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RECORD · SEED 42 · 2026-09-14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— thống kê thật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ViVQA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VQA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10,328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(11,999 / 3,001)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862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  </a:t>
            </a:r>
            <a:pPr indent="0" marL="0">
              <a:buNone/>
            </a:pPr>
            <a:r>
              <a:rPr lang="en-US" sz="13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 unique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920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ViTextVQA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3957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Scene-text VQA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15,086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45,187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(35,159 / 10,028)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8862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29,202  </a:t>
            </a:r>
            <a:pPr indent="0" marL="0">
              <a:buNone/>
            </a:pPr>
            <a:r>
              <a:rPr lang="en-US" sz="13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 unique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828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ViVQA-X (bản dịch VQA-X, ảnh COCO):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828032"/>
            <a:ext cx="5833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phụ có explanation — RELATED, KHÔNG thay thế ViVQA.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193792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Cảnh báo: </a:t>
            </a:r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từ community mirror (license pending); ViVQA thiếu val split, ViTextVQA val rỗng → blocker báo thầy Đức.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D3 · % TRÊN TỔNG QA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bố loại câu hỏi (heuristic)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83080"/>
            <a:ext cx="3547872" cy="4206240"/>
          </a:xfrm>
          <a:prstGeom prst="roundRect">
            <a:avLst>
              <a:gd name="adj" fmla="val 2062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nhanh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0" y="24231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58200" y="233172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Text-reading: 1.6% (ViVQA) → 20.3% (ViTextVQA) — đúng bản chất scene-text.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33832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329184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“Other” cao (30–41%) = giới hạn của luật cue-word, cần human review (W12).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43434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58200" y="42519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cực thấp ở cả hai bộ → ít câu hỏi phân cực.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D4 · VITEXTVQA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Thách thức tiếng Việt — sample thật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29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422904" cy="5029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Scene-text / OCR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4144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3212.jpg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07208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địa chỉ của trung tâm này là gì?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118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đc: 594 nguyễn trãi - tp. bắc ninh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3024" y="1783080"/>
            <a:ext cx="34229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024" y="1783080"/>
            <a:ext cx="3422904" cy="5029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65904" y="178308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&amp; định dạng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1624" y="244144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6778.jpg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11624" y="2807208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số điện thoại của cửa hàng… là gì?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11624" y="36118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02422 119 111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5968" y="1783080"/>
            <a:ext cx="34229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5968" y="1783080"/>
            <a:ext cx="3422904" cy="5029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8848" y="178308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Code-switching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54568" y="244144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answers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54568" y="2807208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kenh14.vn · foody.vn · afamily.vn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54568" y="36118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URL/brand Anh–Việt xen kẽ trong đáp án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khó: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493776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thanh (diacritics), đọc chữ trong ảnh cần OCR tốt cho tiếng Việt, và trộn Anh–Việt trong cùng câu trả lời.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ERROR-ANALYSIS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heuristic — tự vạch lỗi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phân loại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780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957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Vietnamese cue-words (dict chỉnh được).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2552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729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Precedence: Text-reading → Counting → Yes/No → Reasoning → Object-rec.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0325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02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nhãn EXPLORATORY ONLY — chưa phải annotation đã validate.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097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7274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bắt buộc trước mọi claim đưa vào thesis (W12).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285232" cy="3931920"/>
          </a:xfrm>
          <a:prstGeom prst="roundRect">
            <a:avLst>
              <a:gd name="adj" fmla="val 1860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False-positive đã ghi nhận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68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“biển” đa nghĩa: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bãi biển (sea)  vs  biển hiệu (sign)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(ViVQA, COCO 514607):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“những gì trên bãi biển cát”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gán nhầm Text-reading vì khớp cue “biển”.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480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lý do “Other” + nhầm lẫn cần human pass — được báo cáo minh bạch, không giấu.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Evaluation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92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892808"/>
            <a:ext cx="8485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NFC normalization cho mọi text tiếng Việt (diacritics ổn định).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61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norm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761488"/>
            <a:ext cx="8485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 đáp án; đo answer length, unique answers, top answers.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30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630168"/>
            <a:ext cx="8485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/ VietOCR cho câu hỏi text-in-image (scene-text).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498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498848"/>
            <a:ext cx="8485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 định train/val/test; seed 42; ViVQA/ViTextVQA thiếu val → carve deterministically.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367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5367528"/>
            <a:ext cx="8485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run: split · seed · hardware · thời gian — để tái lập.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BÁO THẦY ĐỨC TRƯỚC W3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Risks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488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7510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là community mirror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957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chưa xác nhận; #images/#QA official &amp; split chuẩn còn TODO.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2011680"/>
            <a:ext cx="0" cy="804672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20116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286000"/>
            <a:ext cx="3593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nguồn official / xác nhận licensing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109087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4472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7355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Thiếu validation split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6941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 không có val; ViTextVQA val rỗng.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3310128"/>
            <a:ext cx="0" cy="804672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331012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584448"/>
            <a:ext cx="3593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 val deterministically (seed 42), commit data/splits/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109087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74573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572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0/10 PDF paper trong repo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49926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paper chưa verify được → ô metric = TODO.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89520" y="4608576"/>
            <a:ext cx="0" cy="804672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0" y="460857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882896"/>
            <a:ext cx="3593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9 PDF, đọc, điền metric kèm page-cite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Trạng thái W2 &amp; kế hoạch W3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 — PASS (đã verify)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4505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Matrix đúng schema + tag verify.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Analysis: số thật, run seed 42, sample thật.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9684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G1–G4, chọn focus G3.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7274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số truy được về JSON — không bịa.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28523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 — Review 1 (việc tới)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423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nhất đánh số RQ &amp; Hypothesis (weekly vs scaffold).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246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 tay Ma trận Gap × Paper (#1–10 ↔ L1–L10).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069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baseline: Qwen2.5-VL-3B (ràng buộc model đã được thầy Đức nới).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4892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892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metric paper sau khi đọc PDF; sửa link chết trong matrix.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2 — Literature &amp; Dataset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 2 hoàn tất — sẵn sàng Review 1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2521458" cy="1371600"/>
          </a:xfrm>
          <a:prstGeom prst="roundRect">
            <a:avLst>
              <a:gd name="adj" fmla="val 5333"/>
            </a:avLst>
          </a:prstGeom>
          <a:solidFill>
            <a:srgbClr val="2A3F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4048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· VLM · VN datasets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35858" y="3657600"/>
            <a:ext cx="2521458" cy="1371600"/>
          </a:xfrm>
          <a:prstGeom prst="roundRect">
            <a:avLst>
              <a:gd name="adj" fmla="val 5333"/>
            </a:avLst>
          </a:prstGeom>
          <a:solidFill>
            <a:srgbClr val="2A3F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8738" y="384048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8738" y="425196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G1–G4 · focus G3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1636" y="3657600"/>
            <a:ext cx="2521458" cy="1371600"/>
          </a:xfrm>
          <a:prstGeom prst="roundRect">
            <a:avLst>
              <a:gd name="adj" fmla="val 5333"/>
            </a:avLst>
          </a:prstGeom>
          <a:solidFill>
            <a:srgbClr val="2A3F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4516" y="384048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425196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· sample thật · tự vạch lỗi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27414" y="3657600"/>
            <a:ext cx="2521458" cy="1371600"/>
          </a:xfrm>
          <a:prstGeom prst="roundRect">
            <a:avLst>
              <a:gd name="adj" fmla="val 5333"/>
            </a:avLst>
          </a:prstGeom>
          <a:solidFill>
            <a:srgbClr val="2A3F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0294" y="384048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10294" y="425196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+ Dataset Analysis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NLP · Supervisor: Assoc.Prof. Đặng Ngọc Minh Đức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ViVQA-VLM Team</dc:creator>
  <cp:lastModifiedBy>ViVQA-VLM Team</cp:lastModifiedBy>
  <cp:revision>1</cp:revision>
  <dcterms:created xsi:type="dcterms:W3CDTF">2026-09-17T16:48:33Z</dcterms:created>
  <dcterms:modified xsi:type="dcterms:W3CDTF">2026-09-17T16:48:33Z</dcterms:modified>
</cp:coreProperties>
</file>